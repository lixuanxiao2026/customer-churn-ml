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Recall</c:v>
                </c:pt>
                <c:pt idx="2">
                  <c:v>Precision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0.97599999999999998</c:v>
                </c:pt>
                <c:pt idx="1">
                  <c:v>0.84</c:v>
                </c:pt>
                <c:pt idx="2">
                  <c:v>1</c:v>
                </c:pt>
                <c:pt idx="3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25-5C41-B8D8-B6B760300A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47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 for Telecom Retention Strategy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97.6%   |   F1 Score: 0.91   |   Churn Recall: 84%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XGBoost?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builds hundreds of decision trees sequentially, each correcting errors from the previous — creating a powerful combined model.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170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tree focuses on minimising residual errors using gradient descent, optimising a loss function to improve predictions iteratively.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170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7373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L1/L2 regularisation prevents overfitting, making XGBoost robust even on smaller datasets like this telecom churn dataset.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Tree 1  →  Weak Tree 2  →  ...  →  Weak Tree N  =  Strong 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Parameters?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33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 = 100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accuracy and training time. 100 trees provides sufficient complexity for this dataset without overfitting or excessive compute.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039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eval_metric = 'logloss'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40487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 is ideal for binary classification. It penalises confident wrong predictions more heavily, perfect for churn probability outputs.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044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 = 42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1071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reproducibility. Every team member gets identical results when re-running the notebook — critical for a group project.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977640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4050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 (preprocessing)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for consistency across the pipeline. While XGBoost is tree-based and scale-invariant, scaling was used to standardise all models.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051560" cy="1463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097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99032" y="960120"/>
            <a:ext cx="1051560" cy="1463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99032" y="1097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99032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9464" y="960120"/>
            <a:ext cx="1051560" cy="1463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9464" y="1097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9464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Precision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39896" y="960120"/>
            <a:ext cx="1051560" cy="1463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39896" y="1097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39896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(Churn)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71800"/>
          <a:ext cx="457200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Predicted: No Churn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Predicted: Churn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Actual: No Churn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455</a:t>
                      </a:r>
                      <a:endParaRPr lang="en-US" sz="16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Actual: Churn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13</a:t>
                      </a:r>
                      <a:endParaRPr lang="en-US" sz="16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66</a:t>
                      </a:r>
                      <a:endParaRPr lang="en-US" sz="16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Chart 0"/>
          <p:cNvGraphicFramePr/>
          <p:nvPr/>
        </p:nvGraphicFramePr>
        <p:xfrm>
          <a:off x="5029200" y="960120"/>
          <a:ext cx="38404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Early Churn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correctly flags 84% of customers who will churn, giving retention teams time to intervene before the customer leaves.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Zero False Positives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precision means every flagged customer is a genuine churn risk. Retention budgets are not wasted on loyal customers.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160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Risk Drivers Identified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— total day minutes, charges, and service calls — are directly actionable signals for customer success teams.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60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Savings at 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5-7x more than retaining one. With 97.6% accuracy, XGBoost enables targeted retention at scale.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Key Takeaways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280160"/>
          <a:ext cx="6400800" cy="2743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Benchmark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7316"/>
                          </a:solidFill>
                        </a:rPr>
                        <a:t>97.6%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6EFAC"/>
                          </a:solidFill>
                        </a:rPr>
                        <a:t>Best in pipeline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Churn Recall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7316"/>
                          </a:solidFill>
                        </a:rPr>
                        <a:t>84%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6EFAC"/>
                          </a:solidFill>
                        </a:rPr>
                        <a:t>Catches most churners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Churn Precision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7316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6EFAC"/>
                          </a:solidFill>
                        </a:rPr>
                        <a:t>No false alarms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F1 Score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7316"/>
                          </a:solidFill>
                        </a:rPr>
                        <a:t>0.91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6EFAC"/>
                          </a:solidFill>
                        </a:rPr>
                        <a:t>Strong class balance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is the recommended model for production churn detection.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420</Words>
  <Application>Microsoft Macintosh PowerPoint</Application>
  <PresentationFormat>On-screen Show (16:9)</PresentationFormat>
  <Paragraphs>71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XGBoost - Customer Churn Prediction</dc:title>
  <dc:subject>PptxGenJS Presentation</dc:subject>
  <dc:creator>PptxGenJS</dc:creator>
  <cp:lastModifiedBy>Michael Dawson</cp:lastModifiedBy>
  <cp:revision>2</cp:revision>
  <dcterms:created xsi:type="dcterms:W3CDTF">2026-03-06T21:43:52Z</dcterms:created>
  <dcterms:modified xsi:type="dcterms:W3CDTF">2026-03-06T22:40:38Z</dcterms:modified>
</cp:coreProperties>
</file>