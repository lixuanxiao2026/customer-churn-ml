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Customer Service Calls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510</c:v>
                </c:pt>
                <c:pt idx="1">
                  <c:v>724</c:v>
                </c:pt>
                <c:pt idx="2">
                  <c:v>696</c:v>
                </c:pt>
                <c:pt idx="3">
                  <c:v>607</c:v>
                </c:pt>
                <c:pt idx="4">
                  <c:v>285</c:v>
                </c:pt>
                <c:pt idx="5">
                  <c:v>170</c:v>
                </c:pt>
                <c:pt idx="6">
                  <c:v>130</c:v>
                </c:pt>
                <c:pt idx="7">
                  <c:v>90</c:v>
                </c:pt>
                <c:pt idx="8">
                  <c:v>50</c:v>
                </c:pt>
                <c:pt idx="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B9-B340-A00C-0C59E5DCF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18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2,666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12280" y="105156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122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Breakdown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8412480" cy="1965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the customer has been with the 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subscribed to international plan (Yes/No)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mail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has voicemail plan (Yes/No)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day/eve/night 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minutes in each time 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day/eve/night 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Associated charges per time 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calls made to customer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 (target)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customer churned (True/False)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length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vmail 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 minutes / charge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3054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 minutes / charge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35295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night minutes / charge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intl minutes / charge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51713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4480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1005840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166420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93008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(50 US states)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139696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3008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code (3 unique values)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615184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93008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plan (Yes/No)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09067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93008" y="3054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mail plan (Yes/No)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7220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664208"/>
            <a:ext cx="73152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73368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total_minutes (sum all periods)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139696"/>
            <a:ext cx="73152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73368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total_charges (sum all periods)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615184"/>
            <a:ext cx="73152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73368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intl_usage_ratio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090672"/>
            <a:ext cx="73152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73368" y="3054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high_service_calls (≥3 calls)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566160"/>
            <a:ext cx="73152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73368" y="35295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account_length_group (new/mid/long)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zero missing values across all 21 columns. No imputation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50292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Fixing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Area code → category type. International plan &amp; Voice mail plan mapped Yes→1, No→0.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502920" cy="11430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977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Identifiers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State and Area code — high-cardinality identifiers not useful for modeling.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502920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325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Created: total_minutes, total_charges, intl_usage_ratio, high_service_calls (≥3), account_length_group.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4924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834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get_dummies() applied to International plan, Voice mail plan, and account_length_group. drop_first=True to avoid multicollinearity.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50292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49240" y="3794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160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features scaled to zero mean, unit variance. Applied AFTER train/test split to prevent data leakage.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731520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" y="1234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962656"/>
            <a:ext cx="731520" cy="9235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002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343400"/>
            <a:ext cx="26517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~6:1 imbalance ratio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00584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0" y="1005840"/>
            <a:ext cx="91440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0" y="1097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14813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predicting 'No Churn' for everyone achieves 85.5% accuracy — but catches zero churners. Accuracy is a misleading metric here.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2395728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0" y="2395728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0" y="24871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Used: Class Weights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87121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compute_class_weight('balanced') penalizes the model more for missing churn cases. No data is lost; the optimizer simply focuses on the minority class.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3785616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0" y="3785616"/>
            <a:ext cx="9144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0" y="3877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Metrics to 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42611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Recall (catching real churners), Precision, F1-Score for Churn class, and AUC-ROC rather than overall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— Key Findings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Distribution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141732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92040" y="1472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 Minutes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92040" y="17282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normal, mean ~180 min. Skews slightly right — heavy users visible above 300 min.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216712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2221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92040" y="2478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Right-skewed. Most customers call 1–3 times. Customers with 4+ calls show significantly higher churn.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291693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9204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Length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3227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uniform (0–240 months). No strong relationship with churn alone.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366674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92040" y="3721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Minutes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3977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overall (~10 min avg). Customers with int'l plan use far more minutes.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44165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92040" y="4471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Voicemail Msgs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2040" y="4727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— large spike at 0 (no voicemail plan) and a smaller cluster at 20–45 msgs.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QQ plots confirmed near-normality for most usage features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 &amp; Churn Predictors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Correlations with Churn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545336"/>
            <a:ext cx="25603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0" y="1490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high_service_calls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929384"/>
            <a:ext cx="226386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5622" y="1874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svc calls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313432"/>
            <a:ext cx="2200977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52737" y="22585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6426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 minutes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2697480"/>
            <a:ext cx="1850617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2377" y="26426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026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 charge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3081528"/>
            <a:ext cx="1823667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75427" y="30266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410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mail plan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3465576"/>
            <a:ext cx="1491274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43034" y="34107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−0.166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vmail msgs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3849624"/>
            <a:ext cx="1419405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71165" y="37947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−0.158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178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total_minutes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06040" y="4233672"/>
            <a:ext cx="880391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32151" y="4178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1005840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77840" y="100584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42432" y="10424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2432" y="1243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Plan (+0.285)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42432" y="14996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an international plan churn at ~42% vs 11% without. Biggest single predictor.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2039112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77840" y="2039112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42432" y="2075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42432" y="2276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 (+0.245)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42432" y="25328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call 4+ times churn at ~50%. Stress indicator — likely reflects unresolved issues.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3072384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77840" y="3072384"/>
            <a:ext cx="914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42432" y="3108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Impact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42432" y="3310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 Minutes (+0.206)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742432" y="3566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daytime users churn more, possibly due to higher bills. Charge column is perfectly correlated.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4105656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577840" y="4105656"/>
            <a:ext cx="9144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42432" y="4142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Factor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42432" y="4343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Mail Plan (−0.166)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42432" y="4599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voicemail plan is associated with lower churn — these customers appear more engaged.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Summary &amp;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2286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93192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values; minimal outlier removal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93192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Target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 churn — requires class weights or SMOTE in modeling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393192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82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plan, Customer service calls, Total day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393192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columns perfectly correlate with minutes — one set dropped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Next Steps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6916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 Logistic Regression model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44144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2441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Random Forest &amp; XGBoost for non-linear patterns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19125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Neural Network (MLP) for comparison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94106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941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Recall &amp; F1 score over raw accuracy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Macintosh PowerPoint</Application>
  <PresentationFormat>On-screen Show (16:9)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Project - EDA</dc:title>
  <dc:subject>PptxGenJS Presentation</dc:subject>
  <dc:creator>PptxGenJS</dc:creator>
  <cp:lastModifiedBy>Michael Dawson</cp:lastModifiedBy>
  <cp:revision>2</cp:revision>
  <dcterms:created xsi:type="dcterms:W3CDTF">2026-03-03T02:43:50Z</dcterms:created>
  <dcterms:modified xsi:type="dcterms:W3CDTF">2026-03-03T02:53:02Z</dcterms:modified>
</cp:coreProperties>
</file>